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présenter. Présenter CDA Bet. Poser la problématique centrale : comment construire une app de pronostics sans maintenir une base de données sportive complète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solution hybride : notre API = sécurité + données utilisateur. Les APIs tierces = données sportives. Zéro duplication inutile.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Justifier les choix : Vanilla JS = maîtriser le DOM sans abstraction. PostgreSQL = données relationnelles fortes. Docker = reproductibilité totale. bcrypt = standard hachage.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PRIMARY KEY composite = doublon impossible au niveau BDD même si le code a un bug. Les CHECKs sont des règles métier inscrites dans le schéma SQL, pas juste dans le code applicatif.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cœur technique du projet. La transaction garantit l'atomicité : tout réussit ou tout échoue. FOR UPDATE est clé — il verrouille la ligne pour éviter qu'un user parie deux fois simultanément avec le même solde.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dans DevTools le header "Authorization: Bearer &lt;token&gt;" en direct pendant la démo. verifyToken est appliqué via app.use() — il protège toutes les routes d'un bloc.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Promise.all() est la clé de performance ici. Sans ça, on attend API 1 PUIS API 2 = double attente. Montrer dans DevTools que les 2 requêtes partent simultanément.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: Terminal (docker up visible), Chrome DevTools (Network → XHR), pgAdmin (localhost:5050). L'erreur 409 est très percutante — elle prouve que la contrainte BDD agit en dernier rempart.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Récapituler les compétences CDA couvertes. Inviter à poser des questions. Proposer la démo si pas encore faite.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BET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731520" y="2423160"/>
            <a:ext cx="29260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Pronostics Sportifs Fullstack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Massako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RNCP Niveau 6 — Concepteur Développeur d'Applications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Epitech · Promotion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914400"/>
            <a:ext cx="1920240" cy="1920240"/>
          </a:xfrm>
          <a:prstGeom prst="ellipse">
            <a:avLst/>
          </a:prstGeom>
          <a:solidFill>
            <a:srgbClr val="22C55E">
              <a:alpha val="12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1887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⚽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731520" y="4434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4434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4434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443484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4434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Parier entre amis sur les matchs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argent réel — système de points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sportives temps réel indispensables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une BDD sportive = énorme coût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agréger les données sans tout stocker 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005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propriétaire → logique métier + BDD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API → cotes bookmakers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 → résultats &amp; classements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 → fusion côté client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&amp; Choix d'Architecture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7899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078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· HTML5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07899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13632" y="1078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66420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91440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078992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29984" y="107899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166420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· Contraintes ACID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265176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281635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015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 · bcrypt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65176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64992" y="281635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13632" y="281635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64992" y="34015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docker-compose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services orchestrés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16752" y="2651760"/>
            <a:ext cx="267004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81344" y="281635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29984" y="2816352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81344" y="3401568"/>
            <a:ext cx="23408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 · Promise.all()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BDD — Modélisation Relationnelle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960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35024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5331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UTILISATEUR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645920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6420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956816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7510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267712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8600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SPORT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2578608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968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PARII 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889504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07792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18688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ASSIDUITE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511296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529584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STATUT_FOOTIX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3822192"/>
            <a:ext cx="3090672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40480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FAIT_HISTORIQUE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822960"/>
            <a:ext cx="4617720" cy="3931920"/>
          </a:xfrm>
          <a:prstGeom prst="roundRect">
            <a:avLst>
              <a:gd name="adj" fmla="val 23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9601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CLÉS — init-db.sql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1298448"/>
            <a:ext cx="4160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PARII (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ID_User   INTEGER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ID_Match  INTEGER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NULL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Pronostic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NOT NULL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(Pronostic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(0,1,2)),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Mise     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 (Mise &gt; 0),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Statut   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(Statut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('EN_COURS','GAGNE','PERDU')),
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seul pari par match par joueur !
</a:t>
            </a:r>
            <a:pPr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</a:t>
            </a:r>
            <a:pPr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(ID_User, ID_Match)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-- 2 vues SQL utiles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v_classement_hebdo ...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v_assiduite_utilisateur ...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— Transaction Atomique  (betController.js)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486400" cy="4041648"/>
          </a:xfrm>
          <a:prstGeom prst="roundRect">
            <a:avLst>
              <a:gd name="adj" fmla="val 226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896112"/>
            <a:ext cx="52120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Ouvrir la transaction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('BEGIN');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Verrouiller la ligne (anti race-condition)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userRow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'SELECT bankroll FROM utilisateur
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id_user = $1 FOR UPDATE'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Vérifier le solde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(bankroll &lt; miseInt) {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('ROLLBACK');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(400)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.json({ message: 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'Solde insuffisant'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});
}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Anti-doublon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dup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'SELECT 1 FROM parii
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id_user=$1 AND id_match=$2'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(dup.rows.length &gt; 0) → </a:t>
            </a:r>
            <a:pPr indent="0" marL="0">
              <a:buNone/>
            </a:pPr>
            <a:r>
              <a:rPr lang="en-US" sz="9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 Conflict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5. Débiter + Insérer + Valider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('UPDATE utilisateur SET bankroll ...');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('INSERT INTO parii ...');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('COMMIT');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26480" y="96926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969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10528" y="9509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0528" y="11612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 la transaction SQL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737360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10528" y="17190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192938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Verrouille la ligne → 0 race condition si 2 requêtes simultanées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50545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505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10528" y="248716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10528" y="269748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 insuffisant → annulation totale de la transaction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3273552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10528" y="32552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Anti-doublon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10528" y="346557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pari max par match. 409 si déjà placé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4041648"/>
            <a:ext cx="310896" cy="3108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10528" y="40233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10528" y="42336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OK → persiste atomiquement en BDD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JWT Middleware &amp; bcrypt  (authMiddleware.js)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verifyToken(req, res, 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token = req.headers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['authorization']?.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 ')[1];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(!token)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(401)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.json(...);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(token, process.env.</a:t>
            </a:r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(err, decoded) =&gt; {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(err)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95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(403)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.json(...);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req.user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decoded; 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injecte dans la requête
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next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3255264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346704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675888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côté serveur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en clair en BDD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21408" y="3255264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31136" y="3346704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31136" y="3675888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express-rate-limit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brute-force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77056" y="3255264"/>
            <a:ext cx="160020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86784" y="3346704"/>
            <a:ext cx="1380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86784" y="3675888"/>
            <a:ext cx="1380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du code 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804672"/>
            <a:ext cx="3154680" cy="3950208"/>
          </a:xfrm>
          <a:prstGeom prst="roundRect">
            <a:avLst>
              <a:gd name="adj" fmla="val 289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9144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AUTHENTIFICATION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06440" y="1298448"/>
            <a:ext cx="246888" cy="2468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2984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08192" y="130759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06440" y="1673352"/>
            <a:ext cx="246888" cy="2468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67335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08192" y="1682496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bcrypt.compare(mdp, hash)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2048256"/>
            <a:ext cx="246888" cy="2468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0482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08192" y="2057400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jwt.sign() → token JWT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06440" y="2423160"/>
            <a:ext cx="246888" cy="24688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4231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08192" y="2432304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Stockage localStorage client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806440" y="2798064"/>
            <a:ext cx="246888" cy="2468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27980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08192" y="2807208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Requête protégée + Bearer token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06440" y="3172968"/>
            <a:ext cx="246888" cy="2468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1729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8192" y="3182112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verifyToken() → req.user = data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3547872"/>
            <a:ext cx="246888" cy="2468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35478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08192" y="3557016"/>
            <a:ext cx="2542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protégée exécutée ✓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 Tierces — Architecture Hybride &amp; Promise.all()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896112"/>
            <a:ext cx="521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Appels en PARALLÈLE — pas de waterfall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[oddsRes, sportsRes]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Promise.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
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(THE_ODDS_API_URL),    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cotes bookmakers
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(THESPORTSDB_URL)       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résultats + classements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oddsData 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oddsRes.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sportsData = 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sportsRes.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Fusion des deux sources côté client
</a:t>
            </a:r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enrichedMatches = oddsData.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(match =&gt; ({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...match,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ranking: sportsData.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=&gt; t.team === match.home_team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
</a:t>
            </a:r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Rendu : filtrage par championnat, cotes cliquables
</a:t>
            </a:r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renderDashboard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(enrichedMatches);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35040" y="804672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9632" y="91440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ODDS API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9632" y="1261872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Cotes bookmakers (1 / N / 2)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Prochains matchs programmés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Classements → absents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2532888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264261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99632" y="2990088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Résultats matchs terminés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Classements championnats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Cotes → non disponibles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4261104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43159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 → temps divisé par 2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 appels tournent en parallèle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— Flux Complet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21040" y="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987552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2416" y="941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2416" y="12984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3 services : API (8000) · BDD (5432) · pgAdmin (5050)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82296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65192" y="98755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77256" y="9418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77256" y="129844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/api/auth/register → bcrypt → JWT visible dans DevTools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240487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42416" y="2359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42416" y="2715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Cotes temps réel · filtrage par championnat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2404872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77256" y="23591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un pari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77256" y="271576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1000 → X pts · transaction visible dans pgAdmin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3822192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3776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doublon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2416" y="41330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pari sur le même match → 409 "Vous avez déjà parié"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65760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65192" y="3822192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77256" y="3776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77256" y="41330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· résolution des paris terminés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CDA Démontrées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 BET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5216" y="2103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BDD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2542032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tables, clés composites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INDEX, vues 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2011680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103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2542032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Express.js, routes protégées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 JWT + 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0288" y="2011680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2103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18304" y="2542032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rate-limiting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d'environnement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56832" y="2011680"/>
            <a:ext cx="1938528" cy="2148840"/>
          </a:xfrm>
          <a:prstGeom prst="roundRect">
            <a:avLst>
              <a:gd name="adj" fmla="val 4717"/>
            </a:avLst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508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210312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2542032"/>
            <a:ext cx="1682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API hybride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Promise.all(), séparation des responsabilités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WebSocket · Mode multi-joueurs · Prédictions ML · Tests unitaires Jest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CDA Bet — Présentation Epitech</dc:title>
  <dc:subject>PptxGenJS Presentation</dc:subject>
  <dc:creator>Lucas Massako</dc:creator>
  <cp:lastModifiedBy>Lucas Massako</cp:lastModifiedBy>
  <cp:revision>1</cp:revision>
  <dcterms:created xsi:type="dcterms:W3CDTF">2026-06-24T12:29:31Z</dcterms:created>
  <dcterms:modified xsi:type="dcterms:W3CDTF">2026-06-24T12:29:31Z</dcterms:modified>
</cp:coreProperties>
</file>